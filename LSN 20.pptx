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Jae H MAJ" userId="accc2f24-e717-4f65-a7da-a2627220c4b8" providerId="ADAL" clId="{8E74E99B-B546-47B8-A0D9-0306BC1ADAA6}"/>
    <pc:docChg chg="modSld">
      <pc:chgData name="Kim, Jae H MAJ" userId="accc2f24-e717-4f65-a7da-a2627220c4b8" providerId="ADAL" clId="{8E74E99B-B546-47B8-A0D9-0306BC1ADAA6}" dt="2022-02-08T20:13:19.716" v="12" actId="20577"/>
      <pc:docMkLst>
        <pc:docMk/>
      </pc:docMkLst>
      <pc:sldChg chg="modSp mod">
        <pc:chgData name="Kim, Jae H MAJ" userId="accc2f24-e717-4f65-a7da-a2627220c4b8" providerId="ADAL" clId="{8E74E99B-B546-47B8-A0D9-0306BC1ADAA6}" dt="2022-02-08T20:12:50.718" v="1" actId="20577"/>
        <pc:sldMkLst>
          <pc:docMk/>
          <pc:sldMk cId="289278416" sldId="258"/>
        </pc:sldMkLst>
        <pc:spChg chg="mod">
          <ac:chgData name="Kim, Jae H MAJ" userId="accc2f24-e717-4f65-a7da-a2627220c4b8" providerId="ADAL" clId="{8E74E99B-B546-47B8-A0D9-0306BC1ADAA6}" dt="2022-02-08T20:12:50.718" v="1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8E74E99B-B546-47B8-A0D9-0306BC1ADAA6}" dt="2022-02-08T20:13:19.716" v="12" actId="20577"/>
        <pc:sldMkLst>
          <pc:docMk/>
          <pc:sldMk cId="2891860099" sldId="259"/>
        </pc:sldMkLst>
        <pc:spChg chg="mod">
          <ac:chgData name="Kim, Jae H MAJ" userId="accc2f24-e717-4f65-a7da-a2627220c4b8" providerId="ADAL" clId="{8E74E99B-B546-47B8-A0D9-0306BC1ADAA6}" dt="2022-02-08T20:13:19.716" v="12" actId="20577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  <pc:docChgLst>
    <pc:chgData name="MacGibbon, James E CPT" userId="dd281990-06be-4864-a5ca-d37fc3f7f2de" providerId="ADAL" clId="{AE6AFC9D-1BD0-4C68-A264-58862B2D3892}"/>
    <pc:docChg chg="modSld">
      <pc:chgData name="MacGibbon, James E CPT" userId="dd281990-06be-4864-a5ca-d37fc3f7f2de" providerId="ADAL" clId="{AE6AFC9D-1BD0-4C68-A264-58862B2D3892}" dt="2022-03-13T11:38:14.323" v="19" actId="20577"/>
      <pc:docMkLst>
        <pc:docMk/>
      </pc:docMkLst>
      <pc:sldChg chg="modSp mod">
        <pc:chgData name="MacGibbon, James E CPT" userId="dd281990-06be-4864-a5ca-d37fc3f7f2de" providerId="ADAL" clId="{AE6AFC9D-1BD0-4C68-A264-58862B2D3892}" dt="2022-03-13T11:38:14.323" v="19" actId="20577"/>
        <pc:sldMkLst>
          <pc:docMk/>
          <pc:sldMk cId="3859366770" sldId="257"/>
        </pc:sldMkLst>
        <pc:spChg chg="mod">
          <ac:chgData name="MacGibbon, James E CPT" userId="dd281990-06be-4864-a5ca-d37fc3f7f2de" providerId="ADAL" clId="{AE6AFC9D-1BD0-4C68-A264-58862B2D3892}" dt="2022-03-13T11:38:14.323" v="19" actId="20577"/>
          <ac:spMkLst>
            <pc:docMk/>
            <pc:sldMk cId="3859366770" sldId="257"/>
            <ac:spMk id="3" creationId="{C2245AB1-302F-7A4B-8D2D-E7EBE77A3307}"/>
          </ac:spMkLst>
        </pc:spChg>
      </pc:sldChg>
    </pc:docChg>
  </pc:docChgLst>
  <pc:docChgLst>
    <pc:chgData name="Kim, Jae H MAJ" userId="accc2f24-e717-4f65-a7da-a2627220c4b8" providerId="ADAL" clId="{31FD3606-0822-40B5-8CB2-B054D741CC6A}"/>
    <pc:docChg chg="undo custSel modSld">
      <pc:chgData name="Kim, Jae H MAJ" userId="accc2f24-e717-4f65-a7da-a2627220c4b8" providerId="ADAL" clId="{31FD3606-0822-40B5-8CB2-B054D741CC6A}" dt="2022-02-08T19:54:16.263" v="62" actId="1076"/>
      <pc:docMkLst>
        <pc:docMk/>
      </pc:docMkLst>
      <pc:sldChg chg="addSp delSp modSp mod setClrOvrMap">
        <pc:chgData name="Kim, Jae H MAJ" userId="accc2f24-e717-4f65-a7da-a2627220c4b8" providerId="ADAL" clId="{31FD3606-0822-40B5-8CB2-B054D741CC6A}" dt="2022-02-08T19:54:16.263" v="62" actId="1076"/>
        <pc:sldMkLst>
          <pc:docMk/>
          <pc:sldMk cId="3859366770" sldId="257"/>
        </pc:sldMkLst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3" creationId="{C2245AB1-302F-7A4B-8D2D-E7EBE77A3307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1" creationId="{605494DE-B078-4D87-BB01-C84320618DAD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3" creationId="{9A0576B0-CD8C-4661-95C8-A9F2CE7CDDB0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5" creationId="{3FF60E2B-3919-423C-B1FF-56CDE6681165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2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4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2:46.281" v="38" actId="26606"/>
          <ac:spMkLst>
            <pc:docMk/>
            <pc:sldMk cId="3859366770" sldId="257"/>
            <ac:spMk id="86" creationId="{7CA0DAA6-33B8-4A25-810D-2F4D816FB40E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8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9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3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4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5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97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7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41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1" creationId="{B2DC8709-0A70-45A9-A160-4B831CAB1A43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2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4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5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8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40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6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7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8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0" creationId="{0DE6A193-4755-479A-BC6F-A7EBCA73BE1A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1" creationId="{B2DC8709-0A70-45A9-A160-4B831CAB1A43}"/>
          </ac:spMkLst>
        </pc:spChg>
        <pc:grpChg chg="add del">
          <ac:chgData name="Kim, Jae H MAJ" userId="accc2f24-e717-4f65-a7da-a2627220c4b8" providerId="ADAL" clId="{31FD3606-0822-40B5-8CB2-B054D741CC6A}" dt="2022-02-08T19:52:47.870" v="40" actId="26606"/>
          <ac:grpSpMkLst>
            <pc:docMk/>
            <pc:sldMk cId="3859366770" sldId="257"/>
            <ac:grpSpMk id="90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26.490" v="48" actId="26606"/>
          <ac:grpSpMkLst>
            <pc:docMk/>
            <pc:sldMk cId="3859366770" sldId="257"/>
            <ac:grpSpMk id="194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35.230" v="52" actId="26606"/>
          <ac:grpSpMkLst>
            <pc:docMk/>
            <pc:sldMk cId="3859366770" sldId="257"/>
            <ac:grpSpMk id="1036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40.235" v="56" actId="26606"/>
          <ac:grpSpMkLst>
            <pc:docMk/>
            <pc:sldMk cId="3859366770" sldId="257"/>
            <ac:grpSpMk id="1044" creationId="{7F963B07-5C9E-478C-A53E-B6F5B4A78933}"/>
          </ac:grpSpMkLst>
        </pc:grpChg>
        <pc:picChg chg="add del mod ord">
          <ac:chgData name="Kim, Jae H MAJ" userId="accc2f24-e717-4f65-a7da-a2627220c4b8" providerId="ADAL" clId="{31FD3606-0822-40B5-8CB2-B054D741CC6A}" dt="2022-02-08T19:53:01.453" v="43" actId="478"/>
          <ac:picMkLst>
            <pc:docMk/>
            <pc:sldMk cId="3859366770" sldId="257"/>
            <ac:picMk id="4" creationId="{74A0C986-CA45-4EDE-ABB0-C8E2B404965C}"/>
          </ac:picMkLst>
        </pc:picChg>
        <pc:picChg chg="del">
          <ac:chgData name="Kim, Jae H MAJ" userId="accc2f24-e717-4f65-a7da-a2627220c4b8" providerId="ADAL" clId="{31FD3606-0822-40B5-8CB2-B054D741CC6A}" dt="2022-02-08T19:52:27.318" v="33" actId="478"/>
          <ac:picMkLst>
            <pc:docMk/>
            <pc:sldMk cId="3859366770" sldId="257"/>
            <ac:picMk id="1026" creationId="{8F4DED5E-81B6-4B52-96FD-DD293BFA7F13}"/>
          </ac:picMkLst>
        </pc:picChg>
        <pc:picChg chg="add mod ord">
          <ac:chgData name="Kim, Jae H MAJ" userId="accc2f24-e717-4f65-a7da-a2627220c4b8" providerId="ADAL" clId="{31FD3606-0822-40B5-8CB2-B054D741CC6A}" dt="2022-02-08T19:54:16.263" v="62" actId="1076"/>
          <ac:picMkLst>
            <pc:docMk/>
            <pc:sldMk cId="3859366770" sldId="257"/>
            <ac:picMk id="1028" creationId="{174004AB-B1E6-47F5-A9A3-EAE0F77EB805}"/>
          </ac:picMkLst>
        </pc:picChg>
      </pc:sldChg>
      <pc:sldChg chg="modSp mod">
        <pc:chgData name="Kim, Jae H MAJ" userId="accc2f24-e717-4f65-a7da-a2627220c4b8" providerId="ADAL" clId="{31FD3606-0822-40B5-8CB2-B054D741CC6A}" dt="2022-02-08T19:51:49.128" v="32" actId="20577"/>
        <pc:sldMkLst>
          <pc:docMk/>
          <pc:sldMk cId="289278416" sldId="258"/>
        </pc:sldMkLst>
        <pc:spChg chg="mod">
          <ac:chgData name="Kim, Jae H MAJ" userId="accc2f24-e717-4f65-a7da-a2627220c4b8" providerId="ADAL" clId="{31FD3606-0822-40B5-8CB2-B054D741CC6A}" dt="2022-02-08T19:51:49.128" v="32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31FD3606-0822-40B5-8CB2-B054D741CC6A}" dt="2022-02-08T19:51:12.276" v="19"/>
        <pc:sldMkLst>
          <pc:docMk/>
          <pc:sldMk cId="2891860099" sldId="259"/>
        </pc:sldMkLst>
        <pc:spChg chg="mod">
          <ac:chgData name="Kim, Jae H MAJ" userId="accc2f24-e717-4f65-a7da-a2627220c4b8" providerId="ADAL" clId="{31FD3606-0822-40B5-8CB2-B054D741CC6A}" dt="2022-02-08T19:51:12.276" v="19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  <pc:docChgLst>
    <pc:chgData name="Kim, Jae H MAJ" userId="accc2f24-e717-4f65-a7da-a2627220c4b8" providerId="ADAL" clId="{2EE2B89E-326C-4EB5-8AB6-27726603F992}"/>
    <pc:docChg chg="undo custSel modSld">
      <pc:chgData name="Kim, Jae H MAJ" userId="accc2f24-e717-4f65-a7da-a2627220c4b8" providerId="ADAL" clId="{2EE2B89E-326C-4EB5-8AB6-27726603F992}" dt="2022-02-08T20:10:32.170" v="59" actId="20577"/>
      <pc:docMkLst>
        <pc:docMk/>
      </pc:docMkLst>
      <pc:sldChg chg="addSp delSp modSp mod setBg setClrOvrMap">
        <pc:chgData name="Kim, Jae H MAJ" userId="accc2f24-e717-4f65-a7da-a2627220c4b8" providerId="ADAL" clId="{2EE2B89E-326C-4EB5-8AB6-27726603F992}" dt="2022-02-08T20:08:06.677" v="55" actId="26606"/>
        <pc:sldMkLst>
          <pc:docMk/>
          <pc:sldMk cId="3859366770" sldId="257"/>
        </pc:sldMkLst>
        <pc:spChg chg="mod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3" creationId="{C2245AB1-302F-7A4B-8D2D-E7EBE77A3307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97" creationId="{E613F699-B53E-4E9A-B7E8-4979FEF428EA}"/>
          </ac:spMkLst>
        </pc:spChg>
        <pc:spChg chg="add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131" creationId="{7CA0DAA6-33B8-4A25-810D-2F4D816FB40E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2" creationId="{5A55B759-31A7-423C-9BC2-A8BC09FE98B9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4" creationId="{F78796AF-79A0-47AC-BEFD-BFFC00F968C4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5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51" creationId="{B2DC8709-0A70-45A9-A160-4B831CAB1A43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3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4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5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19:59:49.777" v="31" actId="26606"/>
          <ac:spMkLst>
            <pc:docMk/>
            <pc:sldMk cId="3859366770" sldId="257"/>
            <ac:spMk id="1057" creationId="{06DA9DF9-31F7-4056-B42E-878CC92417B8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59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60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61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20:00:18.668" v="35" actId="26606"/>
          <ac:spMkLst>
            <pc:docMk/>
            <pc:sldMk cId="3859366770" sldId="257"/>
            <ac:spMk id="1063" creationId="{E49CC64F-7275-4E33-961B-0C5CDC439875}"/>
          </ac:spMkLst>
        </pc:spChg>
        <pc:spChg chg="add del">
          <ac:chgData name="Kim, Jae H MAJ" userId="accc2f24-e717-4f65-a7da-a2627220c4b8" providerId="ADAL" clId="{2EE2B89E-326C-4EB5-8AB6-27726603F992}" dt="2022-02-08T20:00:22.937" v="37" actId="26606"/>
          <ac:spMkLst>
            <pc:docMk/>
            <pc:sldMk cId="3859366770" sldId="257"/>
            <ac:spMk id="1065" creationId="{31FCDB8A-D986-4857-B933-484A758B357D}"/>
          </ac:spMkLst>
        </pc:spChg>
        <pc:spChg chg="add del">
          <ac:chgData name="Kim, Jae H MAJ" userId="accc2f24-e717-4f65-a7da-a2627220c4b8" providerId="ADAL" clId="{2EE2B89E-326C-4EB5-8AB6-27726603F992}" dt="2022-02-08T20:00:22.937" v="37" actId="26606"/>
          <ac:spMkLst>
            <pc:docMk/>
            <pc:sldMk cId="3859366770" sldId="257"/>
            <ac:spMk id="1066" creationId="{43421B4C-AA27-4F32-AA73-DA587F2729B0}"/>
          </ac:spMkLst>
        </pc:spChg>
        <pc:spChg chg="add del">
          <ac:chgData name="Kim, Jae H MAJ" userId="accc2f24-e717-4f65-a7da-a2627220c4b8" providerId="ADAL" clId="{2EE2B89E-326C-4EB5-8AB6-27726603F992}" dt="2022-02-08T20:00:24.550" v="39" actId="26606"/>
          <ac:spMkLst>
            <pc:docMk/>
            <pc:sldMk cId="3859366770" sldId="257"/>
            <ac:spMk id="1068" creationId="{16F9E488-0718-4E1E-9D12-26779F606252}"/>
          </ac:spMkLst>
        </pc:spChg>
        <pc:spChg chg="add del">
          <ac:chgData name="Kim, Jae H MAJ" userId="accc2f24-e717-4f65-a7da-a2627220c4b8" providerId="ADAL" clId="{2EE2B89E-326C-4EB5-8AB6-27726603F992}" dt="2022-02-08T20:00:24.550" v="39" actId="26606"/>
          <ac:spMkLst>
            <pc:docMk/>
            <pc:sldMk cId="3859366770" sldId="257"/>
            <ac:spMk id="1069" creationId="{09BE6F6B-19BD-443C-8FB0-FA45F13F9535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2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3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4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6" creationId="{605494DE-B078-4D87-BB01-C84320618DAD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7" creationId="{9A0576B0-CD8C-4661-95C8-A9F2CE7CDDB0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8" creationId="{3FF60E2B-3919-423C-B1FF-56CDE6681165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1" creationId="{5A55B759-31A7-423C-9BC2-A8BC09FE98B9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2" creationId="{F78796AF-79A0-47AC-BEFD-BFFC00F968C4}"/>
          </ac:spMkLst>
        </pc:spChg>
        <pc:spChg chg="add del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1084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1085" creationId="{B2DC8709-0A70-45A9-A160-4B831CAB1A43}"/>
          </ac:spMkLst>
        </pc:spChg>
        <pc:spChg chg="add del">
          <ac:chgData name="Kim, Jae H MAJ" userId="accc2f24-e717-4f65-a7da-a2627220c4b8" providerId="ADAL" clId="{2EE2B89E-326C-4EB5-8AB6-27726603F992}" dt="2022-02-08T20:08:06.677" v="55" actId="26606"/>
          <ac:spMkLst>
            <pc:docMk/>
            <pc:sldMk cId="3859366770" sldId="257"/>
            <ac:spMk id="1086" creationId="{E613F699-B53E-4E9A-B7E8-4979FEF428EA}"/>
          </ac:spMkLst>
        </pc:spChg>
        <pc:grpChg chg="add del">
          <ac:chgData name="Kim, Jae H MAJ" userId="accc2f24-e717-4f65-a7da-a2627220c4b8" providerId="ADAL" clId="{2EE2B89E-326C-4EB5-8AB6-27726603F992}" dt="2022-02-08T20:00:24.550" v="39" actId="26606"/>
          <ac:grpSpMkLst>
            <pc:docMk/>
            <pc:sldMk cId="3859366770" sldId="257"/>
            <ac:grpSpMk id="1070" creationId="{C0E9D773-7FEB-49A7-9CC0-76B8FC89560C}"/>
          </ac:grpSpMkLst>
        </pc:grpChg>
        <pc:picChg chg="add mod">
          <ac:chgData name="Kim, Jae H MAJ" userId="accc2f24-e717-4f65-a7da-a2627220c4b8" providerId="ADAL" clId="{2EE2B89E-326C-4EB5-8AB6-27726603F992}" dt="2022-02-08T20:08:06.677" v="55" actId="26606"/>
          <ac:picMkLst>
            <pc:docMk/>
            <pc:sldMk cId="3859366770" sldId="257"/>
            <ac:picMk id="4" creationId="{6B2751AE-75AF-4848-A500-FFA6B339E858}"/>
          </ac:picMkLst>
        </pc:picChg>
        <pc:picChg chg="add del mod ord">
          <ac:chgData name="Kim, Jae H MAJ" userId="accc2f24-e717-4f65-a7da-a2627220c4b8" providerId="ADAL" clId="{2EE2B89E-326C-4EB5-8AB6-27726603F992}" dt="2022-02-08T20:07:51.310" v="53" actId="478"/>
          <ac:picMkLst>
            <pc:docMk/>
            <pc:sldMk cId="3859366770" sldId="257"/>
            <ac:picMk id="1026" creationId="{8F4CDB16-FC94-4A78-BD16-588899F8D835}"/>
          </ac:picMkLst>
        </pc:picChg>
        <pc:picChg chg="del">
          <ac:chgData name="Kim, Jae H MAJ" userId="accc2f24-e717-4f65-a7da-a2627220c4b8" providerId="ADAL" clId="{2EE2B89E-326C-4EB5-8AB6-27726603F992}" dt="2022-02-08T19:59:29.094" v="24" actId="478"/>
          <ac:picMkLst>
            <pc:docMk/>
            <pc:sldMk cId="3859366770" sldId="257"/>
            <ac:picMk id="1028" creationId="{174004AB-B1E6-47F5-A9A3-EAE0F77EB805}"/>
          </ac:picMkLst>
        </pc:picChg>
      </pc:sldChg>
      <pc:sldChg chg="modSp mod">
        <pc:chgData name="Kim, Jae H MAJ" userId="accc2f24-e717-4f65-a7da-a2627220c4b8" providerId="ADAL" clId="{2EE2B89E-326C-4EB5-8AB6-27726603F992}" dt="2022-02-08T20:10:28.341" v="57" actId="20577"/>
        <pc:sldMkLst>
          <pc:docMk/>
          <pc:sldMk cId="289278416" sldId="258"/>
        </pc:sldMkLst>
        <pc:spChg chg="mod">
          <ac:chgData name="Kim, Jae H MAJ" userId="accc2f24-e717-4f65-a7da-a2627220c4b8" providerId="ADAL" clId="{2EE2B89E-326C-4EB5-8AB6-27726603F992}" dt="2022-02-08T20:10:28.341" v="57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2EE2B89E-326C-4EB5-8AB6-27726603F992}" dt="2022-02-08T20:10:32.170" v="59" actId="20577"/>
        <pc:sldMkLst>
          <pc:docMk/>
          <pc:sldMk cId="2891860099" sldId="259"/>
        </pc:sldMkLst>
        <pc:spChg chg="mod">
          <ac:chgData name="Kim, Jae H MAJ" userId="accc2f24-e717-4f65-a7da-a2627220c4b8" providerId="ADAL" clId="{2EE2B89E-326C-4EB5-8AB6-27726603F992}" dt="2022-02-08T20:10:32.170" v="59" actId="20577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3/13/2022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7CA0DAA6-33B8-4A25-810D-2F4D816FB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54297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307" y="640081"/>
            <a:ext cx="3377183" cy="3681976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Lesson </a:t>
            </a:r>
            <a:r>
              <a:rPr lang="en-US" sz="4400">
                <a:solidFill>
                  <a:schemeClr val="bg1"/>
                </a:solidFill>
                <a:ea typeface="Roboto" panose="02000000000000000000" pitchFamily="2" charset="0"/>
              </a:rPr>
              <a:t>20</a:t>
            </a:r>
            <a:r>
              <a:rPr lang="en-US" sz="4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4400">
                <a:solidFill>
                  <a:schemeClr val="bg1"/>
                </a:solidFill>
              </a:rPr>
              <a:t>Relational data I: Keys and Joins</a:t>
            </a:r>
            <a:endParaRPr lang="en-US" sz="44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07" y="4460487"/>
            <a:ext cx="3377184" cy="1757433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CPT </a:t>
            </a:r>
            <a:r>
              <a:rPr lang="en-US" sz="2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James MacGibbon DSE- </a:t>
            </a:r>
            <a:r>
              <a:rPr lang="en-US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Instructor</a:t>
            </a:r>
          </a:p>
        </p:txBody>
      </p:sp>
      <p:pic>
        <p:nvPicPr>
          <p:cNvPr id="4" name="Picture 2" descr="13 Relational data | R for Data Science">
            <a:extLst>
              <a:ext uri="{FF2B5EF4-FFF2-40B4-BE49-F238E27FC236}">
                <a16:creationId xmlns:a16="http://schemas.microsoft.com/office/drawing/2014/main" id="{6B2751AE-75AF-4848-A500-FFA6B339E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6581" y="640080"/>
            <a:ext cx="3974210" cy="557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20: Relational data I: Keys and Joins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Identify the keys in a dataset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Join two datasets together using a unique identifier (key)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Understand and apply mutating and filtering joins</a:t>
            </a:r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21: Relational data II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</a:t>
            </a:r>
            <a:r>
              <a:rPr lang="en-US" sz="3200"/>
              <a:t>. Understand </a:t>
            </a:r>
            <a:r>
              <a:rPr lang="en-US" sz="3200" dirty="0"/>
              <a:t>the advantages and disadvantages of a relational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Create and query a relational database to answer simple questions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9F96ABBCDFA04DB6123AB6A6DD08D0" ma:contentTypeVersion="12" ma:contentTypeDescription="Create a new document." ma:contentTypeScope="" ma:versionID="ca3113280bb2957c2296a5c9010bae99">
  <xsd:schema xmlns:xsd="http://www.w3.org/2001/XMLSchema" xmlns:xs="http://www.w3.org/2001/XMLSchema" xmlns:p="http://schemas.microsoft.com/office/2006/metadata/properties" xmlns:ns2="6551d9d5-e9f6-4960-ab8e-c1406d75648e" xmlns:ns3="9b01faea-81f9-434f-a18b-cfa3216b46b7" targetNamespace="http://schemas.microsoft.com/office/2006/metadata/properties" ma:root="true" ma:fieldsID="c8c9c254b0352230e85d585b4e1aaaff" ns2:_="" ns3:_="">
    <xsd:import namespace="6551d9d5-e9f6-4960-ab8e-c1406d75648e"/>
    <xsd:import namespace="9b01faea-81f9-434f-a18b-cfa3216b46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51d9d5-e9f6-4960-ab8e-c1406d756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1faea-81f9-434f-a18b-cfa3216b46b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2900F0-63FA-4DFF-AF8B-70C7D106E18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6BB19E7-3B95-4772-B9F9-86C4BC4EE5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96A9FD-4444-4D75-8696-A2AEBFB60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51d9d5-e9f6-4960-ab8e-c1406d75648e"/>
    <ds:schemaRef ds:uri="9b01faea-81f9-434f-a18b-cfa3216b4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</Words>
  <Application>Microsoft Office PowerPoint</Application>
  <PresentationFormat>Widescreen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20: Relational data I: Keys and Joins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MacGibbon, James E CPT</cp:lastModifiedBy>
  <cp:revision>2</cp:revision>
  <dcterms:created xsi:type="dcterms:W3CDTF">2022-02-03T16:03:15Z</dcterms:created>
  <dcterms:modified xsi:type="dcterms:W3CDTF">2022-03-13T11:38:20Z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0x0101009A9F96ABBCDFA04DB6123AB6A6DD08D0</vt:lpwstr>
  </property>
</Properties>
</file>